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Heebo"/>
      <p:regular r:id="rId29"/>
      <p:bold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  <p:embeddedFont>
      <p:font typeface="Poppins Medium"/>
      <p:regular r:id="rId39"/>
      <p:bold r:id="rId40"/>
      <p:italic r:id="rId41"/>
      <p:boldItalic r:id="rId42"/>
    </p:embeddedFont>
    <p:embeddedFont>
      <p:font typeface="Poppins Black"/>
      <p:bold r:id="rId43"/>
      <p:boldItalic r:id="rId44"/>
    </p:embeddedFont>
    <p:embeddedFont>
      <p:font typeface="Poppins SemiBold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bold.fntdata"/><Relationship Id="rId42" Type="http://schemas.openxmlformats.org/officeDocument/2006/relationships/font" Target="fonts/PoppinsMedium-boldItalic.fntdata"/><Relationship Id="rId41" Type="http://schemas.openxmlformats.org/officeDocument/2006/relationships/font" Target="fonts/PoppinsMedium-italic.fntdata"/><Relationship Id="rId44" Type="http://schemas.openxmlformats.org/officeDocument/2006/relationships/font" Target="fonts/PoppinsBlack-boldItalic.fntdata"/><Relationship Id="rId43" Type="http://schemas.openxmlformats.org/officeDocument/2006/relationships/font" Target="fonts/PoppinsBlack-bold.fntdata"/><Relationship Id="rId46" Type="http://schemas.openxmlformats.org/officeDocument/2006/relationships/font" Target="fonts/PoppinsSemiBold-bold.fntdata"/><Relationship Id="rId45" Type="http://schemas.openxmlformats.org/officeDocument/2006/relationships/font" Target="fonts/Poppi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oppinsSemiBold-boldItalic.fntdata"/><Relationship Id="rId47" Type="http://schemas.openxmlformats.org/officeDocument/2006/relationships/font" Target="fonts/PoppinsSemiBold-italic.fntdata"/><Relationship Id="rId49" Type="http://schemas.openxmlformats.org/officeDocument/2006/relationships/font" Target="fonts/RobotoMon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regular.fntdata"/><Relationship Id="rId30" Type="http://schemas.openxmlformats.org/officeDocument/2006/relationships/font" Target="fonts/Heebo-bold.fntdata"/><Relationship Id="rId33" Type="http://schemas.openxmlformats.org/officeDocument/2006/relationships/font" Target="fonts/Poppins-italic.fntdata"/><Relationship Id="rId32" Type="http://schemas.openxmlformats.org/officeDocument/2006/relationships/font" Target="fonts/Poppins-bold.fntdata"/><Relationship Id="rId35" Type="http://schemas.openxmlformats.org/officeDocument/2006/relationships/font" Target="fonts/Inter-regular.fntdata"/><Relationship Id="rId34" Type="http://schemas.openxmlformats.org/officeDocument/2006/relationships/font" Target="fonts/Poppins-boldItalic.fntdata"/><Relationship Id="rId37" Type="http://schemas.openxmlformats.org/officeDocument/2006/relationships/font" Target="fonts/Inter-italic.fntdata"/><Relationship Id="rId36" Type="http://schemas.openxmlformats.org/officeDocument/2006/relationships/font" Target="fonts/Inter-bold.fntdata"/><Relationship Id="rId39" Type="http://schemas.openxmlformats.org/officeDocument/2006/relationships/font" Target="fonts/PoppinsMedium-regular.fntdata"/><Relationship Id="rId38" Type="http://schemas.openxmlformats.org/officeDocument/2006/relationships/font" Target="fonts/Inter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Heebo-regular.fntdata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797b013c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797b013c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797b013c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797b013c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cb51d62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4cb51d62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f96673fe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f96673fe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f96673fea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f96673fea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f96673fea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f96673fea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96673fea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f96673fea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96673fea5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f96673fea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f96673fea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f96673fea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f96673fe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f96673fe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f96673fea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f96673fea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062e13129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062e13129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f96673fea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f96673fea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f96673fea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f96673fea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1ac3d7eb78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11ac3d7eb78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222222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f96673fea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f96673fea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7c217bf62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7c217bf62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[Non-image version of the slide before]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And Brave, whose Chromium builds are now 8 times faster.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And Blue River Technology, who are saving over 2 and a half hours on every commit.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The effect: faster releases, better collaboration and more effective companies.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4d134a8c3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4d134a8c3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144864df6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144864df6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062e1312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062e1312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062e13129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062e13129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f96673fea5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f96673fea5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 background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oppins"/>
              <a:buNone/>
              <a:defRPr sz="28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8" name="Google Shape;18;p3" title="Presentation template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 Background with Logo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" name="Google Shape;21;p4" title="Presentation template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3700" y="131250"/>
            <a:ext cx="1044751" cy="2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○"/>
              <a:defRPr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■"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 sz="1400"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Char char="●"/>
              <a:defRPr sz="1400"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11700" y="1389600"/>
            <a:ext cx="3944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●"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○"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None/>
              <a:defRPr sz="2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800"/>
              <a:buFont typeface="Poppins"/>
              <a:buChar char="●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400"/>
              <a:buFont typeface="Poppins"/>
              <a:buChar char="○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400"/>
              <a:buFont typeface="Poppins"/>
              <a:buChar char="■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400"/>
              <a:buFont typeface="Poppins"/>
              <a:buChar char="●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400"/>
              <a:buFont typeface="Poppins"/>
              <a:buChar char="○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400"/>
              <a:buFont typeface="Poppins"/>
              <a:buChar char="■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400"/>
              <a:buFont typeface="Poppins"/>
              <a:buChar char="●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400"/>
              <a:buFont typeface="Poppins"/>
              <a:buChar char="○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3F5166"/>
              </a:buClr>
              <a:buSzPts val="1400"/>
              <a:buFont typeface="Poppins"/>
              <a:buChar char="■"/>
              <a:defRPr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x space">
  <p:cSld name="BLANK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240050" y="209650"/>
            <a:ext cx="85494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b="1" sz="1800">
                <a:latin typeface="Heebo"/>
                <a:ea typeface="Heebo"/>
                <a:cs typeface="Heebo"/>
                <a:sym typeface="Heeb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6"/>
          <p:cNvSpPr/>
          <p:nvPr/>
        </p:nvSpPr>
        <p:spPr>
          <a:xfrm>
            <a:off x="8493875" y="0"/>
            <a:ext cx="650100" cy="638100"/>
          </a:xfrm>
          <a:prstGeom prst="rect">
            <a:avLst/>
          </a:prstGeom>
          <a:solidFill>
            <a:srgbClr val="FF65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2" type="sldNum"/>
          </p:nvPr>
        </p:nvSpPr>
        <p:spPr>
          <a:xfrm>
            <a:off x="7533396" y="46667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900">
                <a:solidFill>
                  <a:schemeClr val="dk2"/>
                </a:solidFill>
              </a:defRPr>
            </a:lvl1pPr>
            <a:lvl2pPr lvl="1" rtl="0" algn="r">
              <a:buNone/>
              <a:defRPr sz="900">
                <a:solidFill>
                  <a:schemeClr val="dk2"/>
                </a:solidFill>
              </a:defRPr>
            </a:lvl2pPr>
            <a:lvl3pPr lvl="2" rtl="0" algn="r">
              <a:buNone/>
              <a:defRPr sz="900">
                <a:solidFill>
                  <a:schemeClr val="dk2"/>
                </a:solidFill>
              </a:defRPr>
            </a:lvl3pPr>
            <a:lvl4pPr lvl="3" rtl="0" algn="r">
              <a:buNone/>
              <a:defRPr sz="900">
                <a:solidFill>
                  <a:schemeClr val="dk2"/>
                </a:solidFill>
              </a:defRPr>
            </a:lvl4pPr>
            <a:lvl5pPr lvl="4" rtl="0" algn="r">
              <a:buNone/>
              <a:defRPr sz="900">
                <a:solidFill>
                  <a:schemeClr val="dk2"/>
                </a:solidFill>
              </a:defRPr>
            </a:lvl5pPr>
            <a:lvl6pPr lvl="5" rtl="0" algn="r">
              <a:buNone/>
              <a:defRPr sz="900">
                <a:solidFill>
                  <a:schemeClr val="dk2"/>
                </a:solidFill>
              </a:defRPr>
            </a:lvl6pPr>
            <a:lvl7pPr lvl="6" rtl="0" algn="r">
              <a:buNone/>
              <a:defRPr sz="900">
                <a:solidFill>
                  <a:schemeClr val="dk2"/>
                </a:solidFill>
              </a:defRPr>
            </a:lvl7pPr>
            <a:lvl8pPr lvl="7" rtl="0" algn="r">
              <a:buNone/>
              <a:defRPr sz="900">
                <a:solidFill>
                  <a:schemeClr val="dk2"/>
                </a:solidFill>
              </a:defRPr>
            </a:lvl8pPr>
            <a:lvl9pPr lvl="8" rtl="0" algn="r">
              <a:buNone/>
              <a:defRPr sz="9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82105" y="4736000"/>
            <a:ext cx="909504" cy="255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214737" y="4845299"/>
            <a:ext cx="20658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300" lIns="92300" spcFirstLastPara="1" rIns="92300" wrap="square" tIns="92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600">
                <a:solidFill>
                  <a:srgbClr val="999999"/>
                </a:solidFill>
                <a:latin typeface="Heebo"/>
                <a:ea typeface="Heebo"/>
                <a:cs typeface="Heebo"/>
                <a:sym typeface="Heebo"/>
              </a:rPr>
              <a:t>Globant Proprietary | Confidential information</a:t>
            </a:r>
            <a:endParaRPr sz="600">
              <a:solidFill>
                <a:srgbClr val="999999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○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■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○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■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●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○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oppins"/>
              <a:buChar char="■"/>
              <a:def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923700" y="131250"/>
            <a:ext cx="1044751" cy="2872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 Medium"/>
              <a:buNone/>
              <a:defRPr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3700" y="131250"/>
            <a:ext cx="1044751" cy="2872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1.jpg"/><Relationship Id="rId4" Type="http://schemas.openxmlformats.org/officeDocument/2006/relationships/image" Target="../media/image19.png"/><Relationship Id="rId9" Type="http://schemas.openxmlformats.org/officeDocument/2006/relationships/image" Target="../media/image11.png"/><Relationship Id="rId5" Type="http://schemas.openxmlformats.org/officeDocument/2006/relationships/image" Target="../media/image98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44.png"/><Relationship Id="rId13" Type="http://schemas.openxmlformats.org/officeDocument/2006/relationships/image" Target="../media/image47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0.png"/><Relationship Id="rId15" Type="http://schemas.openxmlformats.org/officeDocument/2006/relationships/image" Target="../media/image16.png"/><Relationship Id="rId14" Type="http://schemas.openxmlformats.org/officeDocument/2006/relationships/image" Target="../media/image17.png"/><Relationship Id="rId17" Type="http://schemas.openxmlformats.org/officeDocument/2006/relationships/image" Target="../media/image24.png"/><Relationship Id="rId16" Type="http://schemas.openxmlformats.org/officeDocument/2006/relationships/image" Target="../media/image21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18" Type="http://schemas.openxmlformats.org/officeDocument/2006/relationships/image" Target="../media/image22.png"/><Relationship Id="rId7" Type="http://schemas.openxmlformats.org/officeDocument/2006/relationships/image" Target="../media/image36.png"/><Relationship Id="rId8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8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34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40" Type="http://schemas.openxmlformats.org/officeDocument/2006/relationships/image" Target="../media/image64.png"/><Relationship Id="rId20" Type="http://schemas.openxmlformats.org/officeDocument/2006/relationships/image" Target="../media/image25.png"/><Relationship Id="rId22" Type="http://schemas.openxmlformats.org/officeDocument/2006/relationships/image" Target="../media/image57.png"/><Relationship Id="rId21" Type="http://schemas.openxmlformats.org/officeDocument/2006/relationships/image" Target="../media/image53.png"/><Relationship Id="rId24" Type="http://schemas.openxmlformats.org/officeDocument/2006/relationships/image" Target="../media/image59.png"/><Relationship Id="rId23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45.png"/><Relationship Id="rId26" Type="http://schemas.openxmlformats.org/officeDocument/2006/relationships/image" Target="../media/image28.png"/><Relationship Id="rId25" Type="http://schemas.openxmlformats.org/officeDocument/2006/relationships/image" Target="../media/image29.png"/><Relationship Id="rId28" Type="http://schemas.openxmlformats.org/officeDocument/2006/relationships/image" Target="../media/image70.png"/><Relationship Id="rId27" Type="http://schemas.openxmlformats.org/officeDocument/2006/relationships/image" Target="../media/image17.png"/><Relationship Id="rId5" Type="http://schemas.openxmlformats.org/officeDocument/2006/relationships/image" Target="../media/image37.png"/><Relationship Id="rId6" Type="http://schemas.openxmlformats.org/officeDocument/2006/relationships/image" Target="../media/image32.png"/><Relationship Id="rId29" Type="http://schemas.openxmlformats.org/officeDocument/2006/relationships/image" Target="../media/image71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Relationship Id="rId31" Type="http://schemas.openxmlformats.org/officeDocument/2006/relationships/image" Target="../media/image75.png"/><Relationship Id="rId30" Type="http://schemas.openxmlformats.org/officeDocument/2006/relationships/image" Target="../media/image60.png"/><Relationship Id="rId11" Type="http://schemas.openxmlformats.org/officeDocument/2006/relationships/image" Target="../media/image48.png"/><Relationship Id="rId33" Type="http://schemas.openxmlformats.org/officeDocument/2006/relationships/image" Target="../media/image62.png"/><Relationship Id="rId10" Type="http://schemas.openxmlformats.org/officeDocument/2006/relationships/image" Target="../media/image51.png"/><Relationship Id="rId32" Type="http://schemas.openxmlformats.org/officeDocument/2006/relationships/image" Target="../media/image65.png"/><Relationship Id="rId13" Type="http://schemas.openxmlformats.org/officeDocument/2006/relationships/image" Target="../media/image43.png"/><Relationship Id="rId35" Type="http://schemas.openxmlformats.org/officeDocument/2006/relationships/image" Target="../media/image63.png"/><Relationship Id="rId12" Type="http://schemas.openxmlformats.org/officeDocument/2006/relationships/image" Target="../media/image49.png"/><Relationship Id="rId34" Type="http://schemas.openxmlformats.org/officeDocument/2006/relationships/image" Target="../media/image61.png"/><Relationship Id="rId15" Type="http://schemas.openxmlformats.org/officeDocument/2006/relationships/image" Target="../media/image27.png"/><Relationship Id="rId37" Type="http://schemas.openxmlformats.org/officeDocument/2006/relationships/image" Target="../media/image67.png"/><Relationship Id="rId14" Type="http://schemas.openxmlformats.org/officeDocument/2006/relationships/image" Target="../media/image34.png"/><Relationship Id="rId36" Type="http://schemas.openxmlformats.org/officeDocument/2006/relationships/image" Target="../media/image78.png"/><Relationship Id="rId17" Type="http://schemas.openxmlformats.org/officeDocument/2006/relationships/image" Target="../media/image92.png"/><Relationship Id="rId39" Type="http://schemas.openxmlformats.org/officeDocument/2006/relationships/image" Target="../media/image66.png"/><Relationship Id="rId16" Type="http://schemas.openxmlformats.org/officeDocument/2006/relationships/image" Target="../media/image26.png"/><Relationship Id="rId38" Type="http://schemas.openxmlformats.org/officeDocument/2006/relationships/image" Target="../media/image74.png"/><Relationship Id="rId19" Type="http://schemas.openxmlformats.org/officeDocument/2006/relationships/image" Target="../media/image56.png"/><Relationship Id="rId18" Type="http://schemas.openxmlformats.org/officeDocument/2006/relationships/image" Target="../media/image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82.png"/><Relationship Id="rId5" Type="http://schemas.openxmlformats.org/officeDocument/2006/relationships/image" Target="../media/image72.png"/><Relationship Id="rId6" Type="http://schemas.openxmlformats.org/officeDocument/2006/relationships/image" Target="../media/image83.png"/><Relationship Id="rId7" Type="http://schemas.openxmlformats.org/officeDocument/2006/relationships/image" Target="../media/image77.png"/><Relationship Id="rId8" Type="http://schemas.openxmlformats.org/officeDocument/2006/relationships/image" Target="../media/image76.png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3" Type="http://schemas.openxmlformats.org/officeDocument/2006/relationships/image" Target="../media/image84.png"/><Relationship Id="rId12" Type="http://schemas.openxmlformats.org/officeDocument/2006/relationships/image" Target="../media/image80.png"/><Relationship Id="rId15" Type="http://schemas.openxmlformats.org/officeDocument/2006/relationships/image" Target="../media/image73.png"/><Relationship Id="rId14" Type="http://schemas.openxmlformats.org/officeDocument/2006/relationships/image" Target="../media/image8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Relationship Id="rId9" Type="http://schemas.openxmlformats.org/officeDocument/2006/relationships/image" Target="../media/image88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96.png"/><Relationship Id="rId8" Type="http://schemas.openxmlformats.org/officeDocument/2006/relationships/image" Target="../media/image86.png"/><Relationship Id="rId11" Type="http://schemas.openxmlformats.org/officeDocument/2006/relationships/image" Target="../media/image93.png"/><Relationship Id="rId10" Type="http://schemas.openxmlformats.org/officeDocument/2006/relationships/image" Target="../media/image94.png"/><Relationship Id="rId13" Type="http://schemas.openxmlformats.org/officeDocument/2006/relationships/image" Target="../media/image87.png"/><Relationship Id="rId12" Type="http://schemas.openxmlformats.org/officeDocument/2006/relationships/image" Target="../media/image9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idx="4294967295" type="title"/>
          </p:nvPr>
        </p:nvSpPr>
        <p:spPr>
          <a:xfrm>
            <a:off x="0" y="1524875"/>
            <a:ext cx="9144000" cy="1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Poppins SemiBold"/>
                <a:ea typeface="Poppins SemiBold"/>
                <a:cs typeface="Poppins SemiBold"/>
                <a:sym typeface="Poppins SemiBold"/>
              </a:rPr>
              <a:t>Title</a:t>
            </a:r>
            <a:endParaRPr sz="40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Continued Title</a:t>
            </a:r>
            <a:endParaRPr sz="5600">
              <a:solidFill>
                <a:schemeClr val="accent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15" name="Google Shape;1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997" y="4644000"/>
            <a:ext cx="1232472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7"/>
          <p:cNvSpPr txBox="1"/>
          <p:nvPr>
            <p:ph type="ctrTitle"/>
          </p:nvPr>
        </p:nvSpPr>
        <p:spPr>
          <a:xfrm>
            <a:off x="2581725" y="4588800"/>
            <a:ext cx="4999200" cy="2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Poppins"/>
                <a:ea typeface="Poppins"/>
                <a:cs typeface="Poppins"/>
                <a:sym typeface="Poppins"/>
              </a:rPr>
              <a:t>Presenter, Role @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27"/>
          <p:cNvSpPr txBox="1"/>
          <p:nvPr>
            <p:ph type="ctrTitle"/>
          </p:nvPr>
        </p:nvSpPr>
        <p:spPr>
          <a:xfrm>
            <a:off x="4468175" y="4278850"/>
            <a:ext cx="4422300" cy="2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Poppins"/>
                <a:ea typeface="Poppins"/>
                <a:cs typeface="Poppins"/>
                <a:sym typeface="Poppins"/>
              </a:rPr>
              <a:t>Event details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idx="4294967295" type="title"/>
          </p:nvPr>
        </p:nvSpPr>
        <p:spPr>
          <a:xfrm>
            <a:off x="0" y="1524875"/>
            <a:ext cx="9144000" cy="1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Poppins SemiBold"/>
                <a:ea typeface="Poppins SemiBold"/>
                <a:cs typeface="Poppins SemiBold"/>
                <a:sym typeface="Poppins SemiBold"/>
              </a:rPr>
              <a:t>Title</a:t>
            </a:r>
            <a:endParaRPr sz="40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Continued Title</a:t>
            </a:r>
            <a:endParaRPr sz="5600">
              <a:solidFill>
                <a:schemeClr val="accent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23" name="Google Shape;123;p28"/>
          <p:cNvSpPr txBox="1"/>
          <p:nvPr>
            <p:ph idx="4294967295" type="ctrTitle"/>
          </p:nvPr>
        </p:nvSpPr>
        <p:spPr>
          <a:xfrm>
            <a:off x="4468175" y="4278850"/>
            <a:ext cx="44223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Poppins"/>
                <a:ea typeface="Poppins"/>
                <a:cs typeface="Poppins"/>
                <a:sym typeface="Poppins"/>
              </a:rPr>
              <a:t>Event details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997" y="4644000"/>
            <a:ext cx="1232472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8"/>
          <p:cNvSpPr txBox="1"/>
          <p:nvPr>
            <p:ph idx="4294967295" type="ctrTitle"/>
          </p:nvPr>
        </p:nvSpPr>
        <p:spPr>
          <a:xfrm>
            <a:off x="2581725" y="4588800"/>
            <a:ext cx="49992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Poppins"/>
                <a:ea typeface="Poppins"/>
                <a:cs typeface="Poppins"/>
                <a:sym typeface="Poppins"/>
              </a:rPr>
              <a:t>Presenter, Role @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0" y="1524875"/>
            <a:ext cx="9144000" cy="1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Poppins SemiBold"/>
                <a:ea typeface="Poppins SemiBold"/>
                <a:cs typeface="Poppins SemiBold"/>
                <a:sym typeface="Poppins SemiBold"/>
              </a:rPr>
              <a:t>Title</a:t>
            </a:r>
            <a:endParaRPr sz="40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Continued Title</a:t>
            </a:r>
            <a:endParaRPr sz="5600">
              <a:solidFill>
                <a:schemeClr val="accent5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1" name="Google Shape;131;p29"/>
          <p:cNvSpPr txBox="1"/>
          <p:nvPr>
            <p:ph idx="4294967295" type="ctrTitle"/>
          </p:nvPr>
        </p:nvSpPr>
        <p:spPr>
          <a:xfrm>
            <a:off x="4468175" y="4278850"/>
            <a:ext cx="44223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Poppins"/>
                <a:ea typeface="Poppins"/>
                <a:cs typeface="Poppins"/>
                <a:sym typeface="Poppins"/>
              </a:rPr>
              <a:t>Event details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" name="Google Shape;13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997" y="4644000"/>
            <a:ext cx="1232472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9"/>
          <p:cNvSpPr txBox="1"/>
          <p:nvPr>
            <p:ph idx="4294967295" type="ctrTitle"/>
          </p:nvPr>
        </p:nvSpPr>
        <p:spPr>
          <a:xfrm>
            <a:off x="2581725" y="4588800"/>
            <a:ext cx="49992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Poppins"/>
                <a:ea typeface="Poppins"/>
                <a:cs typeface="Poppins"/>
                <a:sym typeface="Poppins"/>
              </a:rPr>
              <a:t>Presenter</a:t>
            </a:r>
            <a:r>
              <a:rPr lang="ru" sz="1600">
                <a:latin typeface="Poppins"/>
                <a:ea typeface="Poppins"/>
                <a:cs typeface="Poppins"/>
                <a:sym typeface="Poppins"/>
              </a:rPr>
              <a:t>, Role @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350" y="1364025"/>
            <a:ext cx="6715295" cy="184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/>
        </p:nvSpPr>
        <p:spPr>
          <a:xfrm>
            <a:off x="0" y="3072700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Faster builds and tests</a:t>
            </a:r>
            <a:endParaRPr sz="33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0" y="1917925"/>
            <a:ext cx="9144000" cy="10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latin typeface="Poppins SemiBold"/>
                <a:ea typeface="Poppins SemiBold"/>
                <a:cs typeface="Poppins SemiBold"/>
                <a:sym typeface="Poppins SemiBold"/>
              </a:rPr>
              <a:t>Title</a:t>
            </a:r>
            <a:endParaRPr sz="48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0" y="1524875"/>
            <a:ext cx="9144000" cy="1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Poppins SemiBold"/>
                <a:ea typeface="Poppins SemiBold"/>
                <a:cs typeface="Poppins SemiBold"/>
                <a:sym typeface="Poppins SemiBold"/>
              </a:rPr>
              <a:t>Subtitle:</a:t>
            </a:r>
            <a:endParaRPr sz="4000"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5600">
                <a:latin typeface="Poppins SemiBold"/>
                <a:ea typeface="Poppins SemiBold"/>
                <a:cs typeface="Poppins SemiBold"/>
                <a:sym typeface="Poppins SemiBold"/>
              </a:rPr>
              <a:t>Title</a:t>
            </a:r>
            <a:endParaRPr sz="56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Title: free-form</a:t>
            </a:r>
            <a:endParaRPr/>
          </a:p>
        </p:txBody>
      </p:sp>
      <p:sp>
        <p:nvSpPr>
          <p:cNvPr id="155" name="Google Shape;155;p33"/>
          <p:cNvSpPr txBox="1"/>
          <p:nvPr/>
        </p:nvSpPr>
        <p:spPr>
          <a:xfrm>
            <a:off x="367200" y="1343350"/>
            <a:ext cx="621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2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idx="4294967295" type="ctrTitle"/>
          </p:nvPr>
        </p:nvSpPr>
        <p:spPr>
          <a:xfrm>
            <a:off x="432000" y="1447100"/>
            <a:ext cx="2366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oppins"/>
                <a:ea typeface="Poppins"/>
                <a:cs typeface="Poppins"/>
                <a:sym typeface="Poppins"/>
              </a:rPr>
              <a:t>column 1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34"/>
          <p:cNvSpPr txBox="1"/>
          <p:nvPr>
            <p:ph idx="4294967295" type="ctrTitle"/>
          </p:nvPr>
        </p:nvSpPr>
        <p:spPr>
          <a:xfrm>
            <a:off x="6349500" y="1447100"/>
            <a:ext cx="2259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oppins"/>
                <a:ea typeface="Poppins"/>
                <a:cs typeface="Poppins"/>
                <a:sym typeface="Poppins"/>
              </a:rPr>
              <a:t>column 3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Title: three columns</a:t>
            </a:r>
            <a:endParaRPr/>
          </a:p>
        </p:txBody>
      </p:sp>
      <p:sp>
        <p:nvSpPr>
          <p:cNvPr id="163" name="Google Shape;163;p34"/>
          <p:cNvSpPr txBox="1"/>
          <p:nvPr>
            <p:ph idx="4294967295" type="ctrTitle"/>
          </p:nvPr>
        </p:nvSpPr>
        <p:spPr>
          <a:xfrm>
            <a:off x="3253950" y="1447100"/>
            <a:ext cx="2640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oppins"/>
                <a:ea typeface="Poppins"/>
                <a:cs typeface="Poppins"/>
                <a:sym typeface="Poppins"/>
              </a:rPr>
              <a:t>column 2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/>
          <p:nvPr/>
        </p:nvSpPr>
        <p:spPr>
          <a:xfrm>
            <a:off x="416775" y="1135353"/>
            <a:ext cx="8101200" cy="3621300"/>
          </a:xfrm>
          <a:prstGeom prst="roundRect">
            <a:avLst>
              <a:gd fmla="val 21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5"/>
          <p:cNvSpPr txBox="1"/>
          <p:nvPr/>
        </p:nvSpPr>
        <p:spPr>
          <a:xfrm>
            <a:off x="714600" y="4311475"/>
            <a:ext cx="434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Footnote, e.g. for credits</a:t>
            </a:r>
            <a:endParaRPr sz="1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35"/>
          <p:cNvSpPr txBox="1"/>
          <p:nvPr/>
        </p:nvSpPr>
        <p:spPr>
          <a:xfrm>
            <a:off x="714600" y="1520975"/>
            <a:ext cx="3691500" cy="25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has the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size of code</a:t>
            </a:r>
            <a:endParaRPr sz="32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at your company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changed in the</a:t>
            </a:r>
            <a:endParaRPr sz="2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past 10 years?</a:t>
            </a:r>
            <a:endParaRPr sz="32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1" name="Google Shape;17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Title: single card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/>
          <p:nvPr/>
        </p:nvSpPr>
        <p:spPr>
          <a:xfrm>
            <a:off x="4743075" y="1196150"/>
            <a:ext cx="3813300" cy="3648600"/>
          </a:xfrm>
          <a:prstGeom prst="roundRect">
            <a:avLst>
              <a:gd fmla="val 227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6"/>
          <p:cNvSpPr txBox="1"/>
          <p:nvPr/>
        </p:nvSpPr>
        <p:spPr>
          <a:xfrm>
            <a:off x="5885663" y="1284651"/>
            <a:ext cx="20280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Name Surname</a:t>
            </a:r>
            <a:endParaRPr sz="2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Role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 rotWithShape="1">
          <a:blip r:embed="rId3">
            <a:alphaModFix/>
          </a:blip>
          <a:srcRect b="27484" l="13742" r="13742" t="0"/>
          <a:stretch/>
        </p:blipFill>
        <p:spPr>
          <a:xfrm>
            <a:off x="4933129" y="1370637"/>
            <a:ext cx="798000" cy="798600"/>
          </a:xfrm>
          <a:prstGeom prst="roundRect">
            <a:avLst>
              <a:gd fmla="val 8203" name="adj"/>
            </a:avLst>
          </a:prstGeom>
          <a:noFill/>
          <a:ln>
            <a:noFill/>
          </a:ln>
        </p:spPr>
      </p:pic>
      <p:pic>
        <p:nvPicPr>
          <p:cNvPr id="179" name="Google Shape;17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5646" y="2736000"/>
            <a:ext cx="1273956" cy="71631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6"/>
          <p:cNvSpPr/>
          <p:nvPr/>
        </p:nvSpPr>
        <p:spPr>
          <a:xfrm>
            <a:off x="311700" y="1216350"/>
            <a:ext cx="4105800" cy="3648600"/>
          </a:xfrm>
          <a:prstGeom prst="roundRect">
            <a:avLst>
              <a:gd fmla="val 2276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6"/>
          <p:cNvPicPr preferRelativeResize="0"/>
          <p:nvPr/>
        </p:nvPicPr>
        <p:blipFill rotWithShape="1">
          <a:blip r:embed="rId5">
            <a:alphaModFix/>
          </a:blip>
          <a:srcRect b="26020" l="0" r="0" t="4723"/>
          <a:stretch/>
        </p:blipFill>
        <p:spPr>
          <a:xfrm>
            <a:off x="501764" y="1390838"/>
            <a:ext cx="798000" cy="798600"/>
          </a:xfrm>
          <a:prstGeom prst="roundRect">
            <a:avLst>
              <a:gd fmla="val 9880" name="adj"/>
            </a:avLst>
          </a:prstGeom>
          <a:noFill/>
          <a:ln>
            <a:noFill/>
          </a:ln>
        </p:spPr>
      </p:pic>
      <p:sp>
        <p:nvSpPr>
          <p:cNvPr id="182" name="Google Shape;182;p36"/>
          <p:cNvSpPr txBox="1"/>
          <p:nvPr/>
        </p:nvSpPr>
        <p:spPr>
          <a:xfrm>
            <a:off x="1454300" y="1312751"/>
            <a:ext cx="20280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Name Surname</a:t>
            </a:r>
            <a:endParaRPr sz="2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Role</a:t>
            </a:r>
            <a:endParaRPr sz="16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3" name="Google Shape;183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768" y="2520000"/>
            <a:ext cx="952538" cy="33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04383" y="2554332"/>
            <a:ext cx="952538" cy="321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6"/>
          <p:cNvPicPr preferRelativeResize="0"/>
          <p:nvPr/>
        </p:nvPicPr>
        <p:blipFill rotWithShape="1">
          <a:blip r:embed="rId8">
            <a:alphaModFix/>
          </a:blip>
          <a:srcRect b="0" l="0" r="23465" t="0"/>
          <a:stretch/>
        </p:blipFill>
        <p:spPr>
          <a:xfrm>
            <a:off x="2504367" y="3052532"/>
            <a:ext cx="1134536" cy="172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6"/>
          <p:cNvPicPr preferRelativeResize="0"/>
          <p:nvPr/>
        </p:nvPicPr>
        <p:blipFill rotWithShape="1">
          <a:blip r:embed="rId9">
            <a:alphaModFix amt="64000"/>
          </a:blip>
          <a:srcRect b="39769" l="10070" r="8985" t="40736"/>
          <a:stretch/>
        </p:blipFill>
        <p:spPr>
          <a:xfrm>
            <a:off x="501778" y="3024000"/>
            <a:ext cx="952522" cy="2294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36"/>
          <p:cNvCxnSpPr/>
          <p:nvPr/>
        </p:nvCxnSpPr>
        <p:spPr>
          <a:xfrm>
            <a:off x="311700" y="3402000"/>
            <a:ext cx="4093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36"/>
          <p:cNvCxnSpPr/>
          <p:nvPr/>
        </p:nvCxnSpPr>
        <p:spPr>
          <a:xfrm>
            <a:off x="4743075" y="2360213"/>
            <a:ext cx="3813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9" name="Google Shape;18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3113" y="2520000"/>
            <a:ext cx="952538" cy="332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9591" y="2554332"/>
            <a:ext cx="952538" cy="32182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Title: two cards</a:t>
            </a:r>
            <a:endParaRPr/>
          </a:p>
        </p:txBody>
      </p:sp>
      <p:sp>
        <p:nvSpPr>
          <p:cNvPr id="192" name="Google Shape;192;p36"/>
          <p:cNvSpPr txBox="1"/>
          <p:nvPr/>
        </p:nvSpPr>
        <p:spPr>
          <a:xfrm>
            <a:off x="311700" y="3492000"/>
            <a:ext cx="410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Short bio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Google Shape;193;p36"/>
          <p:cNvSpPr txBox="1"/>
          <p:nvPr/>
        </p:nvSpPr>
        <p:spPr>
          <a:xfrm>
            <a:off x="4743075" y="3492000"/>
            <a:ext cx="381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Short bio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94" name="Google Shape;194;p36"/>
          <p:cNvCxnSpPr/>
          <p:nvPr/>
        </p:nvCxnSpPr>
        <p:spPr>
          <a:xfrm>
            <a:off x="311700" y="2355650"/>
            <a:ext cx="4105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6"/>
          <p:cNvCxnSpPr/>
          <p:nvPr/>
        </p:nvCxnSpPr>
        <p:spPr>
          <a:xfrm>
            <a:off x="4743075" y="3402000"/>
            <a:ext cx="3813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/>
          <p:nvPr/>
        </p:nvSpPr>
        <p:spPr>
          <a:xfrm>
            <a:off x="0" y="1861650"/>
            <a:ext cx="9144000" cy="3282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     </a:t>
            </a:r>
            <a:endParaRPr sz="12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Title: text and 3x3 grid</a:t>
            </a:r>
            <a:endParaRPr/>
          </a:p>
        </p:txBody>
      </p:sp>
      <p:cxnSp>
        <p:nvCxnSpPr>
          <p:cNvPr id="202" name="Google Shape;202;p37"/>
          <p:cNvCxnSpPr/>
          <p:nvPr/>
        </p:nvCxnSpPr>
        <p:spPr>
          <a:xfrm>
            <a:off x="-5700" y="4057650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37"/>
          <p:cNvCxnSpPr/>
          <p:nvPr/>
        </p:nvCxnSpPr>
        <p:spPr>
          <a:xfrm>
            <a:off x="-5700" y="2992675"/>
            <a:ext cx="9155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37"/>
          <p:cNvCxnSpPr/>
          <p:nvPr/>
        </p:nvCxnSpPr>
        <p:spPr>
          <a:xfrm>
            <a:off x="3440425" y="1863100"/>
            <a:ext cx="0" cy="32922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37"/>
          <p:cNvCxnSpPr/>
          <p:nvPr/>
        </p:nvCxnSpPr>
        <p:spPr>
          <a:xfrm>
            <a:off x="6445975" y="1856450"/>
            <a:ext cx="0" cy="3298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37"/>
          <p:cNvSpPr txBox="1"/>
          <p:nvPr>
            <p:ph idx="4294967295" type="ctrTitle"/>
          </p:nvPr>
        </p:nvSpPr>
        <p:spPr>
          <a:xfrm>
            <a:off x="311700" y="1142825"/>
            <a:ext cx="8650800" cy="277200"/>
          </a:xfrm>
          <a:prstGeom prst="rect">
            <a:avLst/>
          </a:prstGeom>
        </p:spPr>
        <p:txBody>
          <a:bodyPr anchorCtr="0" anchor="t" bIns="0" lIns="90000" spcFirstLastPara="1" rIns="90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/>
          <p:nvPr/>
        </p:nvSpPr>
        <p:spPr>
          <a:xfrm>
            <a:off x="1475" y="1169950"/>
            <a:ext cx="9144000" cy="397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Title: 5 x 6 grid</a:t>
            </a:r>
            <a:endParaRPr/>
          </a:p>
        </p:txBody>
      </p:sp>
      <p:cxnSp>
        <p:nvCxnSpPr>
          <p:cNvPr id="213" name="Google Shape;213;p38"/>
          <p:cNvCxnSpPr/>
          <p:nvPr/>
        </p:nvCxnSpPr>
        <p:spPr>
          <a:xfrm>
            <a:off x="5625" y="204106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38"/>
          <p:cNvCxnSpPr/>
          <p:nvPr/>
        </p:nvCxnSpPr>
        <p:spPr>
          <a:xfrm>
            <a:off x="0" y="364883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8"/>
          <p:cNvCxnSpPr/>
          <p:nvPr/>
        </p:nvCxnSpPr>
        <p:spPr>
          <a:xfrm>
            <a:off x="0" y="4410007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38"/>
          <p:cNvCxnSpPr/>
          <p:nvPr/>
        </p:nvCxnSpPr>
        <p:spPr>
          <a:xfrm>
            <a:off x="1511169" y="116830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38"/>
          <p:cNvCxnSpPr/>
          <p:nvPr/>
        </p:nvCxnSpPr>
        <p:spPr>
          <a:xfrm>
            <a:off x="3020775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38"/>
          <p:cNvCxnSpPr/>
          <p:nvPr/>
        </p:nvCxnSpPr>
        <p:spPr>
          <a:xfrm>
            <a:off x="6110656" y="116830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38"/>
          <p:cNvCxnSpPr/>
          <p:nvPr/>
        </p:nvCxnSpPr>
        <p:spPr>
          <a:xfrm>
            <a:off x="0" y="284496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38"/>
          <p:cNvCxnSpPr/>
          <p:nvPr/>
        </p:nvCxnSpPr>
        <p:spPr>
          <a:xfrm>
            <a:off x="4577613" y="116830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8"/>
          <p:cNvCxnSpPr/>
          <p:nvPr/>
        </p:nvCxnSpPr>
        <p:spPr>
          <a:xfrm>
            <a:off x="7626556" y="116830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/>
          <p:nvPr/>
        </p:nvSpPr>
        <p:spPr>
          <a:xfrm>
            <a:off x="1475" y="1169950"/>
            <a:ext cx="9144000" cy="397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Title: 4x4 grid</a:t>
            </a:r>
            <a:endParaRPr/>
          </a:p>
        </p:txBody>
      </p:sp>
      <p:pic>
        <p:nvPicPr>
          <p:cNvPr id="228" name="Google Shape;22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396" y="1404000"/>
            <a:ext cx="495257" cy="52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9"/>
          <p:cNvPicPr preferRelativeResize="0"/>
          <p:nvPr/>
        </p:nvPicPr>
        <p:blipFill rotWithShape="1">
          <a:blip r:embed="rId4">
            <a:alphaModFix/>
          </a:blip>
          <a:srcRect b="25302" l="0" r="0" t="25232"/>
          <a:stretch/>
        </p:blipFill>
        <p:spPr>
          <a:xfrm>
            <a:off x="279197" y="1512000"/>
            <a:ext cx="1620900" cy="473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8386" y="3441591"/>
            <a:ext cx="495291" cy="526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0085" y="4440528"/>
            <a:ext cx="1177678" cy="52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0512" y="2504574"/>
            <a:ext cx="1018290" cy="420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71583" y="4412313"/>
            <a:ext cx="495263" cy="52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43545" y="2520000"/>
            <a:ext cx="1584958" cy="525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9"/>
          <p:cNvPicPr preferRelativeResize="0"/>
          <p:nvPr/>
        </p:nvPicPr>
        <p:blipFill rotWithShape="1">
          <a:blip r:embed="rId10">
            <a:alphaModFix/>
          </a:blip>
          <a:srcRect b="31867" l="0" r="0" t="31585"/>
          <a:stretch/>
        </p:blipFill>
        <p:spPr>
          <a:xfrm>
            <a:off x="4719600" y="1529999"/>
            <a:ext cx="1996445" cy="42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89424" y="2502000"/>
            <a:ext cx="703651" cy="52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70659" y="4428000"/>
            <a:ext cx="1141184" cy="420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2020" y="4382223"/>
            <a:ext cx="495253" cy="526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9"/>
          <p:cNvPicPr preferRelativeResize="0"/>
          <p:nvPr/>
        </p:nvPicPr>
        <p:blipFill rotWithShape="1">
          <a:blip r:embed="rId14">
            <a:alphaModFix/>
          </a:blip>
          <a:srcRect b="70" l="0" r="0" t="70"/>
          <a:stretch/>
        </p:blipFill>
        <p:spPr>
          <a:xfrm>
            <a:off x="7754766" y="1404000"/>
            <a:ext cx="443006" cy="525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39"/>
          <p:cNvCxnSpPr/>
          <p:nvPr/>
        </p:nvCxnSpPr>
        <p:spPr>
          <a:xfrm>
            <a:off x="11300" y="222019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39"/>
          <p:cNvCxnSpPr/>
          <p:nvPr/>
        </p:nvCxnSpPr>
        <p:spPr>
          <a:xfrm>
            <a:off x="0" y="320983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39"/>
          <p:cNvCxnSpPr/>
          <p:nvPr/>
        </p:nvCxnSpPr>
        <p:spPr>
          <a:xfrm>
            <a:off x="0" y="419948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39"/>
          <p:cNvCxnSpPr/>
          <p:nvPr/>
        </p:nvCxnSpPr>
        <p:spPr>
          <a:xfrm>
            <a:off x="2294419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9"/>
          <p:cNvCxnSpPr/>
          <p:nvPr/>
        </p:nvCxnSpPr>
        <p:spPr>
          <a:xfrm>
            <a:off x="4577613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9"/>
          <p:cNvCxnSpPr/>
          <p:nvPr/>
        </p:nvCxnSpPr>
        <p:spPr>
          <a:xfrm>
            <a:off x="6860806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6" name="Google Shape;246;p3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785950" y="3441850"/>
            <a:ext cx="510583" cy="52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79188" y="3618000"/>
            <a:ext cx="1775517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733613" y="3560638"/>
            <a:ext cx="1971199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508600" y="2504413"/>
            <a:ext cx="421200" cy="4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25" y="1636500"/>
            <a:ext cx="3507000" cy="35070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5400000" dist="19050">
              <a:schemeClr val="lt1">
                <a:alpha val="25000"/>
              </a:schemeClr>
            </a:outerShdw>
          </a:effectLst>
        </p:spPr>
      </p:pic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3132000" y="1454000"/>
            <a:ext cx="5781900" cy="31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3600">
                <a:latin typeface="Inter"/>
                <a:ea typeface="Inter"/>
                <a:cs typeface="Inter"/>
                <a:sym typeface="Inter"/>
              </a:rPr>
              <a:t>Quotation</a:t>
            </a:r>
            <a:endParaRPr sz="3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40"/>
          <p:cNvSpPr txBox="1"/>
          <p:nvPr>
            <p:ph idx="1" type="body"/>
          </p:nvPr>
        </p:nvSpPr>
        <p:spPr>
          <a:xfrm>
            <a:off x="3219475" y="3951800"/>
            <a:ext cx="6006000" cy="7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50">
                <a:latin typeface="Inter"/>
                <a:ea typeface="Inter"/>
                <a:cs typeface="Inter"/>
                <a:sym typeface="Inter"/>
              </a:rPr>
              <a:t>Name, Role @ Company</a:t>
            </a:r>
            <a:endParaRPr sz="1750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57" name="Google Shape;25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24750" y="1495500"/>
            <a:ext cx="149250" cy="215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 txBox="1"/>
          <p:nvPr/>
        </p:nvSpPr>
        <p:spPr>
          <a:xfrm>
            <a:off x="493650" y="1140325"/>
            <a:ext cx="74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1" sz="3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3" name="Google Shape;263;p41"/>
          <p:cNvSpPr txBox="1"/>
          <p:nvPr/>
        </p:nvSpPr>
        <p:spPr>
          <a:xfrm>
            <a:off x="1006425" y="1394363"/>
            <a:ext cx="316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Item 1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41"/>
          <p:cNvSpPr txBox="1"/>
          <p:nvPr/>
        </p:nvSpPr>
        <p:spPr>
          <a:xfrm>
            <a:off x="1006425" y="1650027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41"/>
          <p:cNvSpPr txBox="1"/>
          <p:nvPr/>
        </p:nvSpPr>
        <p:spPr>
          <a:xfrm>
            <a:off x="423100" y="276900"/>
            <a:ext cx="6765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Title: stacked ordered list</a:t>
            </a:r>
            <a:endParaRPr sz="2100">
              <a:solidFill>
                <a:srgbClr val="232F37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266" name="Google Shape;266;p41"/>
          <p:cNvSpPr txBox="1"/>
          <p:nvPr/>
        </p:nvSpPr>
        <p:spPr>
          <a:xfrm>
            <a:off x="1147475" y="2440225"/>
            <a:ext cx="74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1" sz="3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41"/>
          <p:cNvSpPr txBox="1"/>
          <p:nvPr/>
        </p:nvSpPr>
        <p:spPr>
          <a:xfrm>
            <a:off x="1772925" y="2694263"/>
            <a:ext cx="316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Item 1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" name="Google Shape;268;p41"/>
          <p:cNvSpPr txBox="1"/>
          <p:nvPr/>
        </p:nvSpPr>
        <p:spPr>
          <a:xfrm>
            <a:off x="1772925" y="2949927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41"/>
          <p:cNvSpPr txBox="1"/>
          <p:nvPr/>
        </p:nvSpPr>
        <p:spPr>
          <a:xfrm>
            <a:off x="1660250" y="3633075"/>
            <a:ext cx="74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1" sz="3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41"/>
          <p:cNvSpPr txBox="1"/>
          <p:nvPr/>
        </p:nvSpPr>
        <p:spPr>
          <a:xfrm>
            <a:off x="2291325" y="3887113"/>
            <a:ext cx="316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Item 1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41"/>
          <p:cNvSpPr txBox="1"/>
          <p:nvPr/>
        </p:nvSpPr>
        <p:spPr>
          <a:xfrm>
            <a:off x="2291325" y="4142777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41"/>
          <p:cNvSpPr txBox="1"/>
          <p:nvPr/>
        </p:nvSpPr>
        <p:spPr>
          <a:xfrm>
            <a:off x="4389350" y="1609775"/>
            <a:ext cx="74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1" sz="3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5054250" y="1863813"/>
            <a:ext cx="316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Item 1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p41"/>
          <p:cNvSpPr txBox="1"/>
          <p:nvPr/>
        </p:nvSpPr>
        <p:spPr>
          <a:xfrm>
            <a:off x="5054250" y="2119477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4902125" y="2909675"/>
            <a:ext cx="74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50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1" sz="3500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5550125" y="3163713"/>
            <a:ext cx="316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80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Item 1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41"/>
          <p:cNvSpPr txBox="1"/>
          <p:nvPr/>
        </p:nvSpPr>
        <p:spPr>
          <a:xfrm>
            <a:off x="5550125" y="3419377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/>
        </p:nvSpPr>
        <p:spPr>
          <a:xfrm>
            <a:off x="701375" y="495300"/>
            <a:ext cx="7836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</a:t>
            </a:r>
            <a:r>
              <a:rPr lang="ru" sz="4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statement multiple lines</a:t>
            </a:r>
            <a:endParaRPr sz="4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42"/>
          <p:cNvSpPr txBox="1"/>
          <p:nvPr/>
        </p:nvSpPr>
        <p:spPr>
          <a:xfrm>
            <a:off x="701375" y="2477902"/>
            <a:ext cx="3573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b="1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42"/>
          <p:cNvSpPr txBox="1"/>
          <p:nvPr/>
        </p:nvSpPr>
        <p:spPr>
          <a:xfrm>
            <a:off x="4760825" y="2477902"/>
            <a:ext cx="3573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 b="1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endParaRPr sz="2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/>
          <p:nvPr/>
        </p:nvSpPr>
        <p:spPr>
          <a:xfrm>
            <a:off x="5948550" y="1210225"/>
            <a:ext cx="2572500" cy="2304900"/>
          </a:xfrm>
          <a:prstGeom prst="roundRect">
            <a:avLst>
              <a:gd fmla="val 22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0" name="Google Shape;290;p43"/>
          <p:cNvSpPr/>
          <p:nvPr/>
        </p:nvSpPr>
        <p:spPr>
          <a:xfrm>
            <a:off x="407900" y="1210225"/>
            <a:ext cx="2572500" cy="2304900"/>
          </a:xfrm>
          <a:prstGeom prst="roundRect">
            <a:avLst>
              <a:gd fmla="val 22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43"/>
          <p:cNvSpPr txBox="1"/>
          <p:nvPr/>
        </p:nvSpPr>
        <p:spPr>
          <a:xfrm>
            <a:off x="879850" y="3887550"/>
            <a:ext cx="188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Faster </a:t>
            </a:r>
            <a:b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Releases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43"/>
          <p:cNvSpPr txBox="1"/>
          <p:nvPr/>
        </p:nvSpPr>
        <p:spPr>
          <a:xfrm>
            <a:off x="3745025" y="3887550"/>
            <a:ext cx="19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Better </a:t>
            </a:r>
            <a:b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Collaboration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6594925" y="3915125"/>
            <a:ext cx="1937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More Effective </a:t>
            </a:r>
            <a:b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ru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Companies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4" name="Google Shape;2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00" y="4068775"/>
            <a:ext cx="377999" cy="37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325" y="4015350"/>
            <a:ext cx="540001" cy="54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2325" y="401457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Performance slide</a:t>
            </a:r>
            <a:endParaRPr/>
          </a:p>
        </p:txBody>
      </p:sp>
      <p:sp>
        <p:nvSpPr>
          <p:cNvPr id="298" name="Google Shape;298;p43"/>
          <p:cNvSpPr txBox="1"/>
          <p:nvPr/>
        </p:nvSpPr>
        <p:spPr>
          <a:xfrm>
            <a:off x="534650" y="1376500"/>
            <a:ext cx="22797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rPr>
              <a:t>Blue River Technology</a:t>
            </a:r>
            <a:endParaRPr sz="10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F51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3 hrs</a:t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F51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down to 20 mins</a:t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rPr>
              <a:t>9x faster</a:t>
            </a:r>
            <a:endParaRPr sz="10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9" name="Google Shape;299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7737" y="2899300"/>
            <a:ext cx="432000" cy="43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0" name="Google Shape;300;p43"/>
          <p:cNvCxnSpPr/>
          <p:nvPr/>
        </p:nvCxnSpPr>
        <p:spPr>
          <a:xfrm>
            <a:off x="3392125" y="2464200"/>
            <a:ext cx="2144700" cy="0"/>
          </a:xfrm>
          <a:prstGeom prst="straightConnector1">
            <a:avLst/>
          </a:prstGeom>
          <a:noFill/>
          <a:ln cap="flat" cmpd="sng" w="1143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43"/>
          <p:cNvCxnSpPr/>
          <p:nvPr/>
        </p:nvCxnSpPr>
        <p:spPr>
          <a:xfrm>
            <a:off x="3392125" y="2628900"/>
            <a:ext cx="645300" cy="0"/>
          </a:xfrm>
          <a:prstGeom prst="straightConnector1">
            <a:avLst/>
          </a:prstGeom>
          <a:noFill/>
          <a:ln cap="flat" cmpd="sng" w="1143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43"/>
          <p:cNvCxnSpPr/>
          <p:nvPr/>
        </p:nvCxnSpPr>
        <p:spPr>
          <a:xfrm>
            <a:off x="602150" y="2460888"/>
            <a:ext cx="2144700" cy="0"/>
          </a:xfrm>
          <a:prstGeom prst="straightConnector1">
            <a:avLst/>
          </a:prstGeom>
          <a:noFill/>
          <a:ln cap="flat" cmpd="sng" w="1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43"/>
          <p:cNvCxnSpPr/>
          <p:nvPr/>
        </p:nvCxnSpPr>
        <p:spPr>
          <a:xfrm>
            <a:off x="602150" y="2625588"/>
            <a:ext cx="276600" cy="0"/>
          </a:xfrm>
          <a:prstGeom prst="straightConnector1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" name="Google Shape;304;p43"/>
          <p:cNvSpPr/>
          <p:nvPr/>
        </p:nvSpPr>
        <p:spPr>
          <a:xfrm>
            <a:off x="3178225" y="1210225"/>
            <a:ext cx="2572500" cy="2304900"/>
          </a:xfrm>
          <a:prstGeom prst="roundRect">
            <a:avLst>
              <a:gd fmla="val 227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p43"/>
          <p:cNvSpPr txBox="1"/>
          <p:nvPr/>
        </p:nvSpPr>
        <p:spPr>
          <a:xfrm>
            <a:off x="3304975" y="1376500"/>
            <a:ext cx="22797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rPr>
              <a:t>Top-5 automaker</a:t>
            </a:r>
            <a:endParaRPr sz="10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F51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1.5 hrs</a:t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F51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down to 19 mins</a:t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rPr>
              <a:t>5x faster</a:t>
            </a:r>
            <a:endParaRPr sz="10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6" name="Google Shape;306;p43"/>
          <p:cNvPicPr preferRelativeResize="0"/>
          <p:nvPr/>
        </p:nvPicPr>
        <p:blipFill rotWithShape="1">
          <a:blip r:embed="rId7">
            <a:alphaModFix/>
          </a:blip>
          <a:srcRect b="0" l="21564" r="21689" t="0"/>
          <a:stretch/>
        </p:blipFill>
        <p:spPr>
          <a:xfrm>
            <a:off x="5078650" y="2775775"/>
            <a:ext cx="457920" cy="43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43"/>
          <p:cNvCxnSpPr/>
          <p:nvPr/>
        </p:nvCxnSpPr>
        <p:spPr>
          <a:xfrm>
            <a:off x="3372475" y="2460888"/>
            <a:ext cx="2144700" cy="0"/>
          </a:xfrm>
          <a:prstGeom prst="straightConnector1">
            <a:avLst/>
          </a:prstGeom>
          <a:noFill/>
          <a:ln cap="flat" cmpd="sng" w="1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43"/>
          <p:cNvCxnSpPr/>
          <p:nvPr/>
        </p:nvCxnSpPr>
        <p:spPr>
          <a:xfrm>
            <a:off x="3372475" y="2625588"/>
            <a:ext cx="645300" cy="0"/>
          </a:xfrm>
          <a:prstGeom prst="straightConnector1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43"/>
          <p:cNvSpPr txBox="1"/>
          <p:nvPr/>
        </p:nvSpPr>
        <p:spPr>
          <a:xfrm>
            <a:off x="6075300" y="1376500"/>
            <a:ext cx="2279700" cy="19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rPr>
              <a:t>Brave Software</a:t>
            </a:r>
            <a:endParaRPr sz="10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F51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From 2 hrs</a:t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3F51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down to 15 mins</a:t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3F5166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3F5166"/>
                </a:solidFill>
                <a:latin typeface="Poppins"/>
                <a:ea typeface="Poppins"/>
                <a:cs typeface="Poppins"/>
                <a:sym typeface="Poppins"/>
              </a:rPr>
              <a:t>8x faster</a:t>
            </a:r>
            <a:endParaRPr sz="1000">
              <a:solidFill>
                <a:srgbClr val="3F51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10" name="Google Shape;310;p43"/>
          <p:cNvCxnSpPr/>
          <p:nvPr/>
        </p:nvCxnSpPr>
        <p:spPr>
          <a:xfrm>
            <a:off x="6142800" y="2460888"/>
            <a:ext cx="2144700" cy="0"/>
          </a:xfrm>
          <a:prstGeom prst="straightConnector1">
            <a:avLst/>
          </a:prstGeom>
          <a:noFill/>
          <a:ln cap="flat" cmpd="sng" w="1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43"/>
          <p:cNvCxnSpPr/>
          <p:nvPr/>
        </p:nvCxnSpPr>
        <p:spPr>
          <a:xfrm>
            <a:off x="6142800" y="2625588"/>
            <a:ext cx="420300" cy="0"/>
          </a:xfrm>
          <a:prstGeom prst="straightConnector1">
            <a:avLst/>
          </a:prstGeom>
          <a:noFill/>
          <a:ln cap="flat" cmpd="sng" w="1143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2" name="Google Shape;312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55488" y="2874100"/>
            <a:ext cx="4320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4"/>
          <p:cNvSpPr/>
          <p:nvPr/>
        </p:nvSpPr>
        <p:spPr>
          <a:xfrm>
            <a:off x="416775" y="1135353"/>
            <a:ext cx="8316000" cy="3780000"/>
          </a:xfrm>
          <a:prstGeom prst="roundRect">
            <a:avLst>
              <a:gd fmla="val 21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4"/>
          <p:cNvSpPr txBox="1"/>
          <p:nvPr/>
        </p:nvSpPr>
        <p:spPr>
          <a:xfrm>
            <a:off x="714600" y="1368753"/>
            <a:ext cx="74007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public main void (String[] args) throws Exception {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ru" sz="13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// Comment</a:t>
            </a:r>
            <a:endParaRPr i="1" sz="13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System.out.println("Hello presentation!");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19" name="Google Shape;31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Example Code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>
            <p:ph type="title"/>
          </p:nvPr>
        </p:nvSpPr>
        <p:spPr>
          <a:xfrm>
            <a:off x="311700" y="445025"/>
            <a:ext cx="8520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Graphics</a:t>
            </a:r>
            <a:endParaRPr sz="320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325" name="Google Shape;3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926" y="1947052"/>
            <a:ext cx="431099" cy="43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926" y="3820239"/>
            <a:ext cx="431099" cy="43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955" y="1946602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5" y="3820262"/>
            <a:ext cx="431099" cy="43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1401" y="1322352"/>
            <a:ext cx="431099" cy="431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2925" y="1322360"/>
            <a:ext cx="431100" cy="431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46088" y="3819811"/>
            <a:ext cx="290102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2918" y="2538594"/>
            <a:ext cx="431101" cy="429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80950" y="25374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22470" y="3211601"/>
            <a:ext cx="432000" cy="399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80950" y="3195550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875150" y="2571300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875150" y="3195550"/>
            <a:ext cx="432001" cy="43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045712" y="1321900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774050" y="1928600"/>
            <a:ext cx="1140090" cy="4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5"/>
          <p:cNvSpPr/>
          <p:nvPr/>
        </p:nvSpPr>
        <p:spPr>
          <a:xfrm>
            <a:off x="3045713" y="2968350"/>
            <a:ext cx="2780700" cy="1770000"/>
          </a:xfrm>
          <a:prstGeom prst="roundRect">
            <a:avLst>
              <a:gd fmla="val 21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1" name="Google Shape;341;p4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3169838" y="3167087"/>
            <a:ext cx="244944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5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012113" y="2478487"/>
            <a:ext cx="244944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45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012113" y="1946612"/>
            <a:ext cx="244944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5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3169838" y="3661037"/>
            <a:ext cx="244944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5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169838" y="41549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5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730588" y="41549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5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668713" y="24784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5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3601838" y="1321900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5"/>
          <p:cNvPicPr preferRelativeResize="0"/>
          <p:nvPr/>
        </p:nvPicPr>
        <p:blipFill rotWithShape="1">
          <a:blip r:embed="rId26">
            <a:alphaModFix/>
          </a:blip>
          <a:srcRect b="0" l="21564" r="21689" t="0"/>
          <a:stretch/>
        </p:blipFill>
        <p:spPr>
          <a:xfrm>
            <a:off x="4207100" y="1321900"/>
            <a:ext cx="4579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5"/>
          <p:cNvPicPr preferRelativeResize="0"/>
          <p:nvPr/>
        </p:nvPicPr>
        <p:blipFill rotWithShape="1">
          <a:blip r:embed="rId27">
            <a:alphaModFix/>
          </a:blip>
          <a:srcRect b="70" l="0" r="0" t="70"/>
          <a:stretch/>
        </p:blipFill>
        <p:spPr>
          <a:xfrm>
            <a:off x="5370004" y="1350075"/>
            <a:ext cx="363945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5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909863" y="13500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5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865438" y="13500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5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7958800" y="13680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5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7992600" y="1923750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5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6774050" y="1350075"/>
            <a:ext cx="1140090" cy="4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5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6855225" y="2507125"/>
            <a:ext cx="106704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5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6809075" y="3205950"/>
            <a:ext cx="432000" cy="354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5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7502363" y="3262500"/>
            <a:ext cx="432000" cy="298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5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6818700" y="382702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5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8195650" y="31670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5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7463438" y="3883939"/>
            <a:ext cx="127872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5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1884300" y="1368075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5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875150" y="1969688"/>
            <a:ext cx="432000" cy="4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6"/>
          <p:cNvSpPr/>
          <p:nvPr/>
        </p:nvSpPr>
        <p:spPr>
          <a:xfrm>
            <a:off x="1475" y="1169950"/>
            <a:ext cx="9144000" cy="397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Company Logos: customers (listed on website)</a:t>
            </a:r>
            <a:endParaRPr/>
          </a:p>
        </p:txBody>
      </p:sp>
      <p:cxnSp>
        <p:nvCxnSpPr>
          <p:cNvPr id="370" name="Google Shape;370;p46"/>
          <p:cNvCxnSpPr/>
          <p:nvPr/>
        </p:nvCxnSpPr>
        <p:spPr>
          <a:xfrm>
            <a:off x="11300" y="222019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46"/>
          <p:cNvCxnSpPr/>
          <p:nvPr/>
        </p:nvCxnSpPr>
        <p:spPr>
          <a:xfrm>
            <a:off x="0" y="320983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6"/>
          <p:cNvCxnSpPr/>
          <p:nvPr/>
        </p:nvCxnSpPr>
        <p:spPr>
          <a:xfrm>
            <a:off x="0" y="419948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6"/>
          <p:cNvCxnSpPr/>
          <p:nvPr/>
        </p:nvCxnSpPr>
        <p:spPr>
          <a:xfrm>
            <a:off x="2294419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46"/>
          <p:cNvCxnSpPr/>
          <p:nvPr/>
        </p:nvCxnSpPr>
        <p:spPr>
          <a:xfrm>
            <a:off x="4577613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46"/>
          <p:cNvCxnSpPr/>
          <p:nvPr/>
        </p:nvCxnSpPr>
        <p:spPr>
          <a:xfrm>
            <a:off x="6860806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6" name="Google Shape;37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650" y="4430256"/>
            <a:ext cx="1701158" cy="546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0836" y="2499637"/>
            <a:ext cx="1750383" cy="43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0969" y="3431157"/>
            <a:ext cx="1659221" cy="546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2601" y="1436926"/>
            <a:ext cx="1704804" cy="546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0555" y="2471225"/>
            <a:ext cx="1750386" cy="487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75865" y="1410622"/>
            <a:ext cx="1086699" cy="546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44021" y="3510457"/>
            <a:ext cx="1750385" cy="433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53035" y="3489253"/>
            <a:ext cx="1750388" cy="485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95395" y="2520813"/>
            <a:ext cx="1750384" cy="38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60837" y="1441688"/>
            <a:ext cx="1750386" cy="53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7648" y="1555804"/>
            <a:ext cx="1750383" cy="309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461467" y="3431153"/>
            <a:ext cx="1949116" cy="546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46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46325" y="2400108"/>
            <a:ext cx="1963801" cy="629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/>
          <p:nvPr/>
        </p:nvSpPr>
        <p:spPr>
          <a:xfrm>
            <a:off x="1475" y="1169950"/>
            <a:ext cx="9144000" cy="397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Company Logos: customers (internal) </a:t>
            </a:r>
            <a:endParaRPr/>
          </a:p>
        </p:txBody>
      </p:sp>
      <p:pic>
        <p:nvPicPr>
          <p:cNvPr id="395" name="Google Shape;39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146" y="2451975"/>
            <a:ext cx="495257" cy="52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062" y="3494212"/>
            <a:ext cx="1018290" cy="4208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7" name="Google Shape;397;p47"/>
          <p:cNvCxnSpPr/>
          <p:nvPr/>
        </p:nvCxnSpPr>
        <p:spPr>
          <a:xfrm>
            <a:off x="11300" y="222019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47"/>
          <p:cNvCxnSpPr/>
          <p:nvPr/>
        </p:nvCxnSpPr>
        <p:spPr>
          <a:xfrm>
            <a:off x="0" y="320983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47"/>
          <p:cNvCxnSpPr/>
          <p:nvPr/>
        </p:nvCxnSpPr>
        <p:spPr>
          <a:xfrm>
            <a:off x="0" y="419948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47"/>
          <p:cNvCxnSpPr/>
          <p:nvPr/>
        </p:nvCxnSpPr>
        <p:spPr>
          <a:xfrm>
            <a:off x="2294419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47"/>
          <p:cNvCxnSpPr/>
          <p:nvPr/>
        </p:nvCxnSpPr>
        <p:spPr>
          <a:xfrm>
            <a:off x="4577613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47"/>
          <p:cNvCxnSpPr/>
          <p:nvPr/>
        </p:nvCxnSpPr>
        <p:spPr>
          <a:xfrm>
            <a:off x="6860806" y="1165957"/>
            <a:ext cx="0" cy="3976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3" name="Google Shape;40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0098" y="2451975"/>
            <a:ext cx="1108264" cy="5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5051" y="1462349"/>
            <a:ext cx="1685262" cy="5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4113" y="1343534"/>
            <a:ext cx="1290175" cy="6971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57304" y="1462361"/>
            <a:ext cx="1383382" cy="5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3110" y="1405738"/>
            <a:ext cx="89150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74913" y="2485475"/>
            <a:ext cx="1657391" cy="4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00025" y="3524650"/>
            <a:ext cx="1872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1688" y="3446483"/>
            <a:ext cx="1657400" cy="516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16788" y="2561800"/>
            <a:ext cx="1838474" cy="30641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350" y="1513075"/>
            <a:ext cx="6715295" cy="18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ngFlow dark theme">
  <a:themeElements>
    <a:clrScheme name="Simple Light">
      <a:dk1>
        <a:srgbClr val="3F5166"/>
      </a:dk1>
      <a:lt1>
        <a:srgbClr val="FFFFFF"/>
      </a:lt1>
      <a:dk2>
        <a:srgbClr val="798A9F"/>
      </a:dk2>
      <a:lt2>
        <a:srgbClr val="232F37"/>
      </a:lt2>
      <a:accent1>
        <a:srgbClr val="6BD4B5"/>
      </a:accent1>
      <a:accent2>
        <a:srgbClr val="6683F7"/>
      </a:accent2>
      <a:accent3>
        <a:srgbClr val="FDCE8D"/>
      </a:accent3>
      <a:accent4>
        <a:srgbClr val="EB768B"/>
      </a:accent4>
      <a:accent5>
        <a:srgbClr val="8FE7FB"/>
      </a:accent5>
      <a:accent6>
        <a:srgbClr val="FFFD82"/>
      </a:accent6>
      <a:hlink>
        <a:srgbClr val="8FE7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3F5166"/>
      </a:dk1>
      <a:lt1>
        <a:srgbClr val="FFFFFF"/>
      </a:lt1>
      <a:dk2>
        <a:srgbClr val="53DCEB"/>
      </a:dk2>
      <a:lt2>
        <a:srgbClr val="232F37"/>
      </a:lt2>
      <a:accent1>
        <a:srgbClr val="6BD4B5"/>
      </a:accent1>
      <a:accent2>
        <a:srgbClr val="6683F7"/>
      </a:accent2>
      <a:accent3>
        <a:srgbClr val="FDCE8D"/>
      </a:accent3>
      <a:accent4>
        <a:srgbClr val="EB768B"/>
      </a:accent4>
      <a:accent5>
        <a:srgbClr val="BAA0FB"/>
      </a:accent5>
      <a:accent6>
        <a:srgbClr val="FFFD82"/>
      </a:accent6>
      <a:hlink>
        <a:srgbClr val="8FE7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